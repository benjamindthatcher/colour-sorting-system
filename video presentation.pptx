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218DCA-A59C-4927-AEE9-77A41E87034D}" v="10" dt="2026-06-06T04:24:23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3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Thatcher" userId="399bbb8c-b9a3-42df-ad60-da5774b6430d" providerId="ADAL" clId="{73F4139E-A2F7-40F8-87AF-2CBFAE1E2E09}"/>
    <pc:docChg chg="undo custSel addSld delSld modSld">
      <pc:chgData name="Ben Thatcher" userId="399bbb8c-b9a3-42df-ad60-da5774b6430d" providerId="ADAL" clId="{73F4139E-A2F7-40F8-87AF-2CBFAE1E2E09}" dt="2026-06-06T04:27:20.910" v="275" actId="26606"/>
      <pc:docMkLst>
        <pc:docMk/>
      </pc:docMkLst>
      <pc:sldChg chg="addSp delSp modSp mod setBg addAnim">
        <pc:chgData name="Ben Thatcher" userId="399bbb8c-b9a3-42df-ad60-da5774b6430d" providerId="ADAL" clId="{73F4139E-A2F7-40F8-87AF-2CBFAE1E2E09}" dt="2026-06-06T04:27:20.910" v="275" actId="26606"/>
        <pc:sldMkLst>
          <pc:docMk/>
          <pc:sldMk cId="2185639987" sldId="256"/>
        </pc:sldMkLst>
        <pc:spChg chg="mod">
          <ac:chgData name="Ben Thatcher" userId="399bbb8c-b9a3-42df-ad60-da5774b6430d" providerId="ADAL" clId="{73F4139E-A2F7-40F8-87AF-2CBFAE1E2E09}" dt="2026-06-06T04:27:20.906" v="274" actId="26606"/>
          <ac:spMkLst>
            <pc:docMk/>
            <pc:sldMk cId="2185639987" sldId="256"/>
            <ac:spMk id="2" creationId="{E56E8C32-E419-528D-CFE6-DBBA689AE926}"/>
          </ac:spMkLst>
        </pc:spChg>
        <pc:spChg chg="mod">
          <ac:chgData name="Ben Thatcher" userId="399bbb8c-b9a3-42df-ad60-da5774b6430d" providerId="ADAL" clId="{73F4139E-A2F7-40F8-87AF-2CBFAE1E2E09}" dt="2026-06-06T04:27:20.910" v="275" actId="26606"/>
          <ac:spMkLst>
            <pc:docMk/>
            <pc:sldMk cId="2185639987" sldId="256"/>
            <ac:spMk id="3" creationId="{B63FCE61-AC0A-3EA9-D163-535804809183}"/>
          </ac:spMkLst>
        </pc:spChg>
        <pc:spChg chg="add del mod">
          <ac:chgData name="Ben Thatcher" userId="399bbb8c-b9a3-42df-ad60-da5774b6430d" providerId="ADAL" clId="{73F4139E-A2F7-40F8-87AF-2CBFAE1E2E09}" dt="2026-06-06T04:26:44.655" v="253" actId="478"/>
          <ac:spMkLst>
            <pc:docMk/>
            <pc:sldMk cId="2185639987" sldId="256"/>
            <ac:spMk id="4" creationId="{67E5218D-FB51-4022-2A58-9FD3677059F9}"/>
          </ac:spMkLst>
        </pc:spChg>
        <pc:spChg chg="add del">
          <ac:chgData name="Ben Thatcher" userId="399bbb8c-b9a3-42df-ad60-da5774b6430d" providerId="ADAL" clId="{73F4139E-A2F7-40F8-87AF-2CBFAE1E2E09}" dt="2026-06-06T04:27:20.910" v="275" actId="26606"/>
          <ac:spMkLst>
            <pc:docMk/>
            <pc:sldMk cId="2185639987" sldId="256"/>
            <ac:spMk id="8" creationId="{44962833-2EBB-47A0-9823-D4F8E16EE1CC}"/>
          </ac:spMkLst>
        </pc:spChg>
        <pc:spChg chg="add">
          <ac:chgData name="Ben Thatcher" userId="399bbb8c-b9a3-42df-ad60-da5774b6430d" providerId="ADAL" clId="{73F4139E-A2F7-40F8-87AF-2CBFAE1E2E09}" dt="2026-06-06T04:27:20.910" v="275" actId="26606"/>
          <ac:spMkLst>
            <pc:docMk/>
            <pc:sldMk cId="2185639987" sldId="256"/>
            <ac:spMk id="15" creationId="{44962833-2EBB-47A0-9823-D4F8E16EE1CC}"/>
          </ac:spMkLst>
        </pc:spChg>
        <pc:picChg chg="add del">
          <ac:chgData name="Ben Thatcher" userId="399bbb8c-b9a3-42df-ad60-da5774b6430d" providerId="ADAL" clId="{73F4139E-A2F7-40F8-87AF-2CBFAE1E2E09}" dt="2026-06-06T04:27:20.906" v="274" actId="26606"/>
          <ac:picMkLst>
            <pc:docMk/>
            <pc:sldMk cId="2185639987" sldId="256"/>
            <ac:picMk id="12" creationId="{E0FC4A7B-02F3-3498-433F-473C5B3CEDD2}"/>
          </ac:picMkLst>
        </pc:picChg>
        <pc:cxnChg chg="add del">
          <ac:chgData name="Ben Thatcher" userId="399bbb8c-b9a3-42df-ad60-da5774b6430d" providerId="ADAL" clId="{73F4139E-A2F7-40F8-87AF-2CBFAE1E2E09}" dt="2026-06-06T04:27:20.910" v="275" actId="26606"/>
          <ac:cxnSpMkLst>
            <pc:docMk/>
            <pc:sldMk cId="2185639987" sldId="256"/>
            <ac:cxnSpMk id="10" creationId="{21FCCE20-1E4F-44FF-87B4-379D391A2D12}"/>
          </ac:cxnSpMkLst>
        </pc:cxnChg>
        <pc:cxnChg chg="add">
          <ac:chgData name="Ben Thatcher" userId="399bbb8c-b9a3-42df-ad60-da5774b6430d" providerId="ADAL" clId="{73F4139E-A2F7-40F8-87AF-2CBFAE1E2E09}" dt="2026-06-06T04:27:20.910" v="275" actId="26606"/>
          <ac:cxnSpMkLst>
            <pc:docMk/>
            <pc:sldMk cId="2185639987" sldId="256"/>
            <ac:cxnSpMk id="17" creationId="{21FCCE20-1E4F-44FF-87B4-379D391A2D12}"/>
          </ac:cxnSpMkLst>
        </pc:cxnChg>
      </pc:sldChg>
      <pc:sldChg chg="addSp delSp modSp mod setBg">
        <pc:chgData name="Ben Thatcher" userId="399bbb8c-b9a3-42df-ad60-da5774b6430d" providerId="ADAL" clId="{73F4139E-A2F7-40F8-87AF-2CBFAE1E2E09}" dt="2026-06-06T04:17:38.219" v="219" actId="26606"/>
        <pc:sldMkLst>
          <pc:docMk/>
          <pc:sldMk cId="2346521479" sldId="257"/>
        </pc:sldMkLst>
        <pc:spChg chg="mod">
          <ac:chgData name="Ben Thatcher" userId="399bbb8c-b9a3-42df-ad60-da5774b6430d" providerId="ADAL" clId="{73F4139E-A2F7-40F8-87AF-2CBFAE1E2E09}" dt="2026-06-06T04:17:38.219" v="219" actId="26606"/>
          <ac:spMkLst>
            <pc:docMk/>
            <pc:sldMk cId="2346521479" sldId="257"/>
            <ac:spMk id="2" creationId="{3A4BD989-3ABA-A8AD-B480-28535478DF29}"/>
          </ac:spMkLst>
        </pc:spChg>
        <pc:spChg chg="mod">
          <ac:chgData name="Ben Thatcher" userId="399bbb8c-b9a3-42df-ad60-da5774b6430d" providerId="ADAL" clId="{73F4139E-A2F7-40F8-87AF-2CBFAE1E2E09}" dt="2026-06-06T04:17:38.219" v="219" actId="26606"/>
          <ac:spMkLst>
            <pc:docMk/>
            <pc:sldMk cId="2346521479" sldId="257"/>
            <ac:spMk id="3" creationId="{168E3266-59D6-29A1-8D6E-96EB130B7913}"/>
          </ac:spMkLst>
        </pc:spChg>
        <pc:spChg chg="del">
          <ac:chgData name="Ben Thatcher" userId="399bbb8c-b9a3-42df-ad60-da5774b6430d" providerId="ADAL" clId="{73F4139E-A2F7-40F8-87AF-2CBFAE1E2E09}" dt="2026-06-06T04:08:32.351" v="70" actId="478"/>
          <ac:spMkLst>
            <pc:docMk/>
            <pc:sldMk cId="2346521479" sldId="257"/>
            <ac:spMk id="4" creationId="{A8D89D8E-A605-64AA-7BC9-481F12A25B8A}"/>
          </ac:spMkLst>
        </pc:spChg>
        <pc:spChg chg="add del">
          <ac:chgData name="Ben Thatcher" userId="399bbb8c-b9a3-42df-ad60-da5774b6430d" providerId="ADAL" clId="{73F4139E-A2F7-40F8-87AF-2CBFAE1E2E09}" dt="2026-06-06T04:17:38.219" v="219" actId="26606"/>
          <ac:spMkLst>
            <pc:docMk/>
            <pc:sldMk cId="2346521479" sldId="257"/>
            <ac:spMk id="8" creationId="{BD4E11C7-7BD5-4045-AC27-3F529BEC73BA}"/>
          </ac:spMkLst>
        </pc:spChg>
        <pc:spChg chg="add">
          <ac:chgData name="Ben Thatcher" userId="399bbb8c-b9a3-42df-ad60-da5774b6430d" providerId="ADAL" clId="{73F4139E-A2F7-40F8-87AF-2CBFAE1E2E09}" dt="2026-06-06T04:17:38.219" v="219" actId="26606"/>
          <ac:spMkLst>
            <pc:docMk/>
            <pc:sldMk cId="2346521479" sldId="257"/>
            <ac:spMk id="16" creationId="{8D77D416-66F5-413A-9B46-6289471B36B6}"/>
          </ac:spMkLst>
        </pc:spChg>
        <pc:picChg chg="add">
          <ac:chgData name="Ben Thatcher" userId="399bbb8c-b9a3-42df-ad60-da5774b6430d" providerId="ADAL" clId="{73F4139E-A2F7-40F8-87AF-2CBFAE1E2E09}" dt="2026-06-06T04:17:38.219" v="219" actId="26606"/>
          <ac:picMkLst>
            <pc:docMk/>
            <pc:sldMk cId="2346521479" sldId="257"/>
            <ac:picMk id="12" creationId="{2E67CE39-45CA-512D-8603-18EE46DFD5E3}"/>
          </ac:picMkLst>
        </pc:picChg>
        <pc:picChg chg="add del">
          <ac:chgData name="Ben Thatcher" userId="399bbb8c-b9a3-42df-ad60-da5774b6430d" providerId="ADAL" clId="{73F4139E-A2F7-40F8-87AF-2CBFAE1E2E09}" dt="2026-06-06T04:15:11.254" v="207" actId="478"/>
          <ac:picMkLst>
            <pc:docMk/>
            <pc:sldMk cId="2346521479" sldId="257"/>
            <ac:picMk id="1026" creationId="{49369905-69E7-FB6A-12D9-86F0E045C42F}"/>
          </ac:picMkLst>
        </pc:picChg>
        <pc:picChg chg="add del">
          <ac:chgData name="Ben Thatcher" userId="399bbb8c-b9a3-42df-ad60-da5774b6430d" providerId="ADAL" clId="{73F4139E-A2F7-40F8-87AF-2CBFAE1E2E09}" dt="2026-06-06T04:15:25.443" v="209" actId="21"/>
          <ac:picMkLst>
            <pc:docMk/>
            <pc:sldMk cId="2346521479" sldId="257"/>
            <ac:picMk id="1028" creationId="{FEF3E096-2F7C-43B5-8E3B-41DC2D34DF76}"/>
          </ac:picMkLst>
        </pc:picChg>
        <pc:cxnChg chg="add del">
          <ac:chgData name="Ben Thatcher" userId="399bbb8c-b9a3-42df-ad60-da5774b6430d" providerId="ADAL" clId="{73F4139E-A2F7-40F8-87AF-2CBFAE1E2E09}" dt="2026-06-06T04:17:38.219" v="219" actId="26606"/>
          <ac:cxnSpMkLst>
            <pc:docMk/>
            <pc:sldMk cId="2346521479" sldId="257"/>
            <ac:cxnSpMk id="10" creationId="{21FCCE20-1E4F-44FF-87B4-379D391A2D12}"/>
          </ac:cxnSpMkLst>
        </pc:cxnChg>
      </pc:sldChg>
      <pc:sldChg chg="addSp delSp modSp del mod">
        <pc:chgData name="Ben Thatcher" userId="399bbb8c-b9a3-42df-ad60-da5774b6430d" providerId="ADAL" clId="{73F4139E-A2F7-40F8-87AF-2CBFAE1E2E09}" dt="2026-06-06T04:10:46.047" v="186" actId="47"/>
        <pc:sldMkLst>
          <pc:docMk/>
          <pc:sldMk cId="3593342837" sldId="258"/>
        </pc:sldMkLst>
        <pc:spChg chg="add del mod">
          <ac:chgData name="Ben Thatcher" userId="399bbb8c-b9a3-42df-ad60-da5774b6430d" providerId="ADAL" clId="{73F4139E-A2F7-40F8-87AF-2CBFAE1E2E09}" dt="2026-06-06T04:08:47.896" v="74" actId="20577"/>
          <ac:spMkLst>
            <pc:docMk/>
            <pc:sldMk cId="3593342837" sldId="258"/>
            <ac:spMk id="3" creationId="{A1A82DCD-0799-3E07-0A4C-3E6C96D323C5}"/>
          </ac:spMkLst>
        </pc:spChg>
      </pc:sldChg>
      <pc:sldChg chg="del">
        <pc:chgData name="Ben Thatcher" userId="399bbb8c-b9a3-42df-ad60-da5774b6430d" providerId="ADAL" clId="{73F4139E-A2F7-40F8-87AF-2CBFAE1E2E09}" dt="2026-06-06T04:10:47.132" v="187" actId="47"/>
        <pc:sldMkLst>
          <pc:docMk/>
          <pc:sldMk cId="2420951985" sldId="259"/>
        </pc:sldMkLst>
      </pc:sldChg>
      <pc:sldChg chg="modSp new del mod">
        <pc:chgData name="Ben Thatcher" userId="399bbb8c-b9a3-42df-ad60-da5774b6430d" providerId="ADAL" clId="{73F4139E-A2F7-40F8-87AF-2CBFAE1E2E09}" dt="2026-06-06T04:10:47.752" v="188" actId="47"/>
        <pc:sldMkLst>
          <pc:docMk/>
          <pc:sldMk cId="3454501190" sldId="260"/>
        </pc:sldMkLst>
        <pc:spChg chg="mod">
          <ac:chgData name="Ben Thatcher" userId="399bbb8c-b9a3-42df-ad60-da5774b6430d" providerId="ADAL" clId="{73F4139E-A2F7-40F8-87AF-2CBFAE1E2E09}" dt="2026-06-06T04:09:44.177" v="90" actId="20577"/>
          <ac:spMkLst>
            <pc:docMk/>
            <pc:sldMk cId="3454501190" sldId="260"/>
            <ac:spMk id="2" creationId="{F8159E3B-92F1-7C1E-0675-8822D6E62B69}"/>
          </ac:spMkLst>
        </pc:spChg>
        <pc:spChg chg="mod">
          <ac:chgData name="Ben Thatcher" userId="399bbb8c-b9a3-42df-ad60-da5774b6430d" providerId="ADAL" clId="{73F4139E-A2F7-40F8-87AF-2CBFAE1E2E09}" dt="2026-06-06T04:09:50.389" v="109" actId="20577"/>
          <ac:spMkLst>
            <pc:docMk/>
            <pc:sldMk cId="3454501190" sldId="260"/>
            <ac:spMk id="3" creationId="{B5DADA29-307A-39ED-C7EC-DB9FAB2C82E8}"/>
          </ac:spMkLst>
        </pc:spChg>
      </pc:sldChg>
      <pc:sldChg chg="addSp delSp modSp new mod setBg">
        <pc:chgData name="Ben Thatcher" userId="399bbb8c-b9a3-42df-ad60-da5774b6430d" providerId="ADAL" clId="{73F4139E-A2F7-40F8-87AF-2CBFAE1E2E09}" dt="2026-06-06T04:19:37.137" v="238" actId="26606"/>
        <pc:sldMkLst>
          <pc:docMk/>
          <pc:sldMk cId="2882963450" sldId="261"/>
        </pc:sldMkLst>
        <pc:spChg chg="mod">
          <ac:chgData name="Ben Thatcher" userId="399bbb8c-b9a3-42df-ad60-da5774b6430d" providerId="ADAL" clId="{73F4139E-A2F7-40F8-87AF-2CBFAE1E2E09}" dt="2026-06-06T04:19:37.137" v="238" actId="26606"/>
          <ac:spMkLst>
            <pc:docMk/>
            <pc:sldMk cId="2882963450" sldId="261"/>
            <ac:spMk id="2" creationId="{52429C6D-4611-75C0-470F-874C06DCD770}"/>
          </ac:spMkLst>
        </pc:spChg>
        <pc:spChg chg="del mod">
          <ac:chgData name="Ben Thatcher" userId="399bbb8c-b9a3-42df-ad60-da5774b6430d" providerId="ADAL" clId="{73F4139E-A2F7-40F8-87AF-2CBFAE1E2E09}" dt="2026-06-06T04:19:37.137" v="238" actId="26606"/>
          <ac:spMkLst>
            <pc:docMk/>
            <pc:sldMk cId="2882963450" sldId="261"/>
            <ac:spMk id="3" creationId="{50687538-2A08-E23E-25FB-84E3096DD406}"/>
          </ac:spMkLst>
        </pc:spChg>
        <pc:picChg chg="add mod">
          <ac:chgData name="Ben Thatcher" userId="399bbb8c-b9a3-42df-ad60-da5774b6430d" providerId="ADAL" clId="{73F4139E-A2F7-40F8-87AF-2CBFAE1E2E09}" dt="2026-06-06T04:19:37.137" v="238" actId="26606"/>
          <ac:picMkLst>
            <pc:docMk/>
            <pc:sldMk cId="2882963450" sldId="261"/>
            <ac:picMk id="5" creationId="{9BE15446-F8AE-91C1-D70B-670B103A367D}"/>
          </ac:picMkLst>
        </pc:picChg>
      </pc:sldChg>
      <pc:sldChg chg="modSp new del mod">
        <pc:chgData name="Ben Thatcher" userId="399bbb8c-b9a3-42df-ad60-da5774b6430d" providerId="ADAL" clId="{73F4139E-A2F7-40F8-87AF-2CBFAE1E2E09}" dt="2026-06-06T04:10:51.373" v="189" actId="47"/>
        <pc:sldMkLst>
          <pc:docMk/>
          <pc:sldMk cId="2059080494" sldId="262"/>
        </pc:sldMkLst>
        <pc:spChg chg="mod">
          <ac:chgData name="Ben Thatcher" userId="399bbb8c-b9a3-42df-ad60-da5774b6430d" providerId="ADAL" clId="{73F4139E-A2F7-40F8-87AF-2CBFAE1E2E09}" dt="2026-06-06T04:10:23.041" v="169" actId="20577"/>
          <ac:spMkLst>
            <pc:docMk/>
            <pc:sldMk cId="2059080494" sldId="262"/>
            <ac:spMk id="2" creationId="{5D8FF8EA-91E6-F2F0-1F08-16CA94E809B6}"/>
          </ac:spMkLst>
        </pc:spChg>
      </pc:sldChg>
      <pc:sldChg chg="modSp new del mod">
        <pc:chgData name="Ben Thatcher" userId="399bbb8c-b9a3-42df-ad60-da5774b6430d" providerId="ADAL" clId="{73F4139E-A2F7-40F8-87AF-2CBFAE1E2E09}" dt="2026-06-06T04:10:52.259" v="190" actId="47"/>
        <pc:sldMkLst>
          <pc:docMk/>
          <pc:sldMk cId="34606573" sldId="263"/>
        </pc:sldMkLst>
        <pc:spChg chg="mod">
          <ac:chgData name="Ben Thatcher" userId="399bbb8c-b9a3-42df-ad60-da5774b6430d" providerId="ADAL" clId="{73F4139E-A2F7-40F8-87AF-2CBFAE1E2E09}" dt="2026-06-06T04:10:29.554" v="178" actId="20577"/>
          <ac:spMkLst>
            <pc:docMk/>
            <pc:sldMk cId="34606573" sldId="263"/>
            <ac:spMk id="2" creationId="{2A7C2C74-EA2D-F327-16E2-1AEC20D42446}"/>
          </ac:spMkLst>
        </pc:spChg>
      </pc:sldChg>
      <pc:sldChg chg="addSp delSp modSp new mod setBg">
        <pc:chgData name="Ben Thatcher" userId="399bbb8c-b9a3-42df-ad60-da5774b6430d" providerId="ADAL" clId="{73F4139E-A2F7-40F8-87AF-2CBFAE1E2E09}" dt="2026-06-06T04:18:42.453" v="237" actId="26606"/>
        <pc:sldMkLst>
          <pc:docMk/>
          <pc:sldMk cId="27468950" sldId="264"/>
        </pc:sldMkLst>
        <pc:spChg chg="mod">
          <ac:chgData name="Ben Thatcher" userId="399bbb8c-b9a3-42df-ad60-da5774b6430d" providerId="ADAL" clId="{73F4139E-A2F7-40F8-87AF-2CBFAE1E2E09}" dt="2026-06-06T04:18:42.453" v="237" actId="26606"/>
          <ac:spMkLst>
            <pc:docMk/>
            <pc:sldMk cId="27468950" sldId="264"/>
            <ac:spMk id="2" creationId="{848D0D3B-3367-1A0E-F7A9-B3784514F9EC}"/>
          </ac:spMkLst>
        </pc:spChg>
        <pc:spChg chg="del mod">
          <ac:chgData name="Ben Thatcher" userId="399bbb8c-b9a3-42df-ad60-da5774b6430d" providerId="ADAL" clId="{73F4139E-A2F7-40F8-87AF-2CBFAE1E2E09}" dt="2026-06-06T04:18:42.453" v="237" actId="26606"/>
          <ac:spMkLst>
            <pc:docMk/>
            <pc:sldMk cId="27468950" sldId="264"/>
            <ac:spMk id="3" creationId="{0B56D75D-6ECC-2B04-F353-8E738C600558}"/>
          </ac:spMkLst>
        </pc:spChg>
        <pc:spChg chg="add">
          <ac:chgData name="Ben Thatcher" userId="399bbb8c-b9a3-42df-ad60-da5774b6430d" providerId="ADAL" clId="{73F4139E-A2F7-40F8-87AF-2CBFAE1E2E09}" dt="2026-06-06T04:18:42.453" v="237" actId="26606"/>
          <ac:spMkLst>
            <pc:docMk/>
            <pc:sldMk cId="27468950" sldId="264"/>
            <ac:spMk id="8" creationId="{44962833-2EBB-47A0-9823-D4F8E16EE1CC}"/>
          </ac:spMkLst>
        </pc:spChg>
        <pc:cxnChg chg="add">
          <ac:chgData name="Ben Thatcher" userId="399bbb8c-b9a3-42df-ad60-da5774b6430d" providerId="ADAL" clId="{73F4139E-A2F7-40F8-87AF-2CBFAE1E2E09}" dt="2026-06-06T04:18:42.453" v="237" actId="26606"/>
          <ac:cxnSpMkLst>
            <pc:docMk/>
            <pc:sldMk cId="27468950" sldId="264"/>
            <ac:cxnSpMk id="10" creationId="{21FCCE20-1E4F-44FF-87B4-379D391A2D1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58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93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15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945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17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668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904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52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66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641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8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9321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16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101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250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858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526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B950DCE-33FC-4AA9-9578-063AAF3E9EF8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798D3E9B-13BA-47EF-993E-433E0935F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0587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4962833-2EBB-47A0-9823-D4F8E16EE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E8C32-E419-528D-CFE6-DBBA689AE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7313" y="687388"/>
            <a:ext cx="6290687" cy="5483225"/>
          </a:xfrm>
          <a:effectLst/>
        </p:spPr>
        <p:txBody>
          <a:bodyPr wrap="square" anchor="ctr">
            <a:normAutofit/>
          </a:bodyPr>
          <a:lstStyle/>
          <a:p>
            <a:pPr algn="l"/>
            <a:r>
              <a:rPr lang="en-GB" sz="7200">
                <a:solidFill>
                  <a:schemeClr val="tx1">
                    <a:lumMod val="95000"/>
                  </a:schemeClr>
                </a:solidFill>
              </a:rPr>
              <a:t>Colour sorting system</a:t>
            </a:r>
            <a:endParaRPr lang="en-GB" sz="72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FCE61-AC0A-3EA9-D163-535804809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295400"/>
            <a:ext cx="2895646" cy="4267200"/>
          </a:xfrm>
        </p:spPr>
        <p:txBody>
          <a:bodyPr anchor="ctr">
            <a:normAutofit/>
          </a:bodyPr>
          <a:lstStyle/>
          <a:p>
            <a:r>
              <a:rPr lang="en-GB" sz="2400">
                <a:solidFill>
                  <a:schemeClr val="tx1">
                    <a:lumMod val="95000"/>
                  </a:schemeClr>
                </a:solidFill>
              </a:rPr>
              <a:t>Name: Ben Thatcher</a:t>
            </a:r>
          </a:p>
          <a:p>
            <a:r>
              <a:rPr lang="en-GB" sz="2400">
                <a:solidFill>
                  <a:schemeClr val="tx1">
                    <a:lumMod val="95000"/>
                  </a:schemeClr>
                </a:solidFill>
              </a:rPr>
              <a:t>Login: BDT4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580" y="2032907"/>
            <a:ext cx="0" cy="2792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63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Electronic circuit board">
            <a:extLst>
              <a:ext uri="{FF2B5EF4-FFF2-40B4-BE49-F238E27FC236}">
                <a16:creationId xmlns:a16="http://schemas.microsoft.com/office/drawing/2014/main" id="{2E67CE39-45CA-512D-8603-18EE46DFD5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57" r="-1" b="-1"/>
          <a:stretch>
            <a:fillRect/>
          </a:stretch>
        </p:blipFill>
        <p:spPr>
          <a:xfrm>
            <a:off x="4636008" y="10"/>
            <a:ext cx="7555992" cy="6857990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D77D416-66F5-413A-9B46-6289471B3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139700" dist="508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BD989-3ABA-A8AD-B480-28535478D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478160" cy="1325563"/>
          </a:xfrm>
        </p:spPr>
        <p:txBody>
          <a:bodyPr>
            <a:normAutofit/>
          </a:bodyPr>
          <a:lstStyle/>
          <a:p>
            <a:r>
              <a:rPr lang="en-GB" sz="3400"/>
              <a:t>What components do we need?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E3266-59D6-29A1-8D6E-96EB130B7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3478160" cy="4351338"/>
          </a:xfrm>
        </p:spPr>
        <p:txBody>
          <a:bodyPr>
            <a:normAutofit/>
          </a:bodyPr>
          <a:lstStyle/>
          <a:p>
            <a:r>
              <a:rPr lang="en-GB"/>
              <a:t>TCS230 Colour sensor module</a:t>
            </a:r>
          </a:p>
          <a:p>
            <a:r>
              <a:rPr lang="en-GB"/>
              <a:t>SG 90 mini servo</a:t>
            </a:r>
          </a:p>
          <a:p>
            <a:r>
              <a:rPr lang="en-GB"/>
              <a:t>0.96” OLED screen</a:t>
            </a:r>
          </a:p>
          <a:p>
            <a:r>
              <a:rPr lang="en-GB"/>
              <a:t>ATMega328P Arduino processor</a:t>
            </a:r>
          </a:p>
        </p:txBody>
      </p:sp>
    </p:spTree>
    <p:extLst>
      <p:ext uri="{BB962C8B-B14F-4D97-AF65-F5344CB8AC3E}">
        <p14:creationId xmlns:p14="http://schemas.microsoft.com/office/powerpoint/2010/main" val="234652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29C6D-4611-75C0-470F-874C06DC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598546"/>
            <a:ext cx="5806440" cy="2506972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r"/>
            <a:r>
              <a:rPr lang="en-US" sz="56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Hardware integration (problems)</a:t>
            </a:r>
          </a:p>
        </p:txBody>
      </p:sp>
      <p:pic>
        <p:nvPicPr>
          <p:cNvPr id="5" name="Content Placeholder 4" descr="Electronics protoboard">
            <a:extLst>
              <a:ext uri="{FF2B5EF4-FFF2-40B4-BE49-F238E27FC236}">
                <a16:creationId xmlns:a16="http://schemas.microsoft.com/office/drawing/2014/main" id="{9BE15446-F8AE-91C1-D70B-670B103A3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1860" r="45864" b="-1"/>
          <a:stretch>
            <a:fillRect/>
          </a:stretch>
        </p:blipFill>
        <p:spPr>
          <a:xfrm>
            <a:off x="7651683" y="643464"/>
            <a:ext cx="3130938" cy="494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63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962833-2EBB-47A0-9823-D4F8E16EE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D0D3B-3367-1A0E-F7A9-B3784514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7313" y="687388"/>
            <a:ext cx="6290687" cy="5483225"/>
          </a:xfrm>
          <a:effectLst/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7200" spc="-300">
                <a:solidFill>
                  <a:schemeClr val="tx1">
                    <a:lumMod val="9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Self reflection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580" y="2032907"/>
            <a:ext cx="0" cy="2792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8950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Metadata/LabelInfo.xml><?xml version="1.0" encoding="utf-8"?>
<clbl:labelList xmlns:clbl="http://schemas.microsoft.com/office/2020/mipLabelMetadata">
  <clbl:label id="{51a9fa56-3f32-449a-a721-3e3f49aa5e9a}" enabled="0" method="" siteId="{51a9fa56-3f32-449a-a721-3e3f49aa5e9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22</TotalTime>
  <Words>38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Corbel</vt:lpstr>
      <vt:lpstr>Depth</vt:lpstr>
      <vt:lpstr>Colour sorting system</vt:lpstr>
      <vt:lpstr>What components do we need?</vt:lpstr>
      <vt:lpstr>Hardware integration (problems)</vt:lpstr>
      <vt:lpstr>Self 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Thatcher</dc:creator>
  <cp:lastModifiedBy>Ben Thatcher</cp:lastModifiedBy>
  <cp:revision>1</cp:revision>
  <dcterms:created xsi:type="dcterms:W3CDTF">2026-06-04T17:11:49Z</dcterms:created>
  <dcterms:modified xsi:type="dcterms:W3CDTF">2026-06-06T04:27:28Z</dcterms:modified>
</cp:coreProperties>
</file>